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45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2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3852" t="4704" r="5194" b="4167"/>
          <a:stretch>
            <a:fillRect/>
          </a:stretch>
        </p:blipFill>
        <p:spPr>
          <a:xfrm>
            <a:off x="2977515" y="322580"/>
            <a:ext cx="6237605" cy="6249670"/>
          </a:xfrm>
          <a:prstGeom prst="roundRect">
            <a:avLst>
              <a:gd name="adj" fmla="val 25287"/>
            </a:avLst>
          </a:prstGeom>
        </p:spPr>
      </p:pic>
      <p:sp>
        <p:nvSpPr>
          <p:cNvPr id="5" name="圆角矩形 4"/>
          <p:cNvSpPr/>
          <p:nvPr/>
        </p:nvSpPr>
        <p:spPr>
          <a:xfrm>
            <a:off x="3430905" y="767080"/>
            <a:ext cx="5332730" cy="5350510"/>
          </a:xfrm>
          <a:prstGeom prst="roundRect">
            <a:avLst>
              <a:gd name="adj" fmla="val 20612"/>
            </a:avLst>
          </a:prstGeom>
          <a:solidFill>
            <a:srgbClr val="103459"/>
          </a:solidFill>
          <a:ln>
            <a:solidFill>
              <a:srgbClr val="10345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INTEPOINT-logo-PNG"/>
          <p:cNvPicPr>
            <a:picLocks noChangeAspect="1"/>
          </p:cNvPicPr>
          <p:nvPr/>
        </p:nvPicPr>
        <p:blipFill>
          <a:blip r:embed="rId2">
            <a:lum bright="100000" contrast="-24000"/>
          </a:blip>
          <a:srcRect l="27319" t="27906" r="27290" b="5649"/>
          <a:stretch>
            <a:fillRect/>
          </a:stretch>
        </p:blipFill>
        <p:spPr>
          <a:xfrm>
            <a:off x="4070985" y="1513205"/>
            <a:ext cx="4052570" cy="38690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SaivenWang</cp:lastModifiedBy>
  <cp:revision>157</cp:revision>
  <dcterms:created xsi:type="dcterms:W3CDTF">2019-06-19T02:08:00Z</dcterms:created>
  <dcterms:modified xsi:type="dcterms:W3CDTF">2026-05-29T17:56:36Z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F79FC8491EAE4DCBAE8554F1472A7849_11</vt:lpwstr>
  </property>
</Properties>
</file>