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-1556" y="-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66096865-1CEE-F76F-CC9C-4BFD30F1B46C}"/>
              </a:ext>
            </a:extLst>
          </p:cNvPr>
          <p:cNvGrpSpPr/>
          <p:nvPr/>
        </p:nvGrpSpPr>
        <p:grpSpPr>
          <a:xfrm>
            <a:off x="2268503" y="0"/>
            <a:ext cx="7654993" cy="6858000"/>
            <a:chOff x="2268503" y="1506932"/>
            <a:chExt cx="7654993" cy="685800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C78E94A-3A48-6453-7A3A-7914EB240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68503" y="1506932"/>
              <a:ext cx="7654993" cy="6858000"/>
            </a:xfrm>
            <a:prstGeom prst="rect">
              <a:avLst/>
            </a:prstGeom>
          </p:spPr>
        </p:pic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D524FA1F-4071-8483-D46D-8D6A1D48D5A2}"/>
                </a:ext>
              </a:extLst>
            </p:cNvPr>
            <p:cNvSpPr/>
            <p:nvPr/>
          </p:nvSpPr>
          <p:spPr>
            <a:xfrm>
              <a:off x="2952772" y="1521562"/>
              <a:ext cx="3646492" cy="3430828"/>
            </a:xfrm>
            <a:custGeom>
              <a:avLst/>
              <a:gdLst>
                <a:gd name="connsiteX0" fmla="*/ 207394 w 3646492"/>
                <a:gd name="connsiteY0" fmla="*/ 3430828 h 3430828"/>
                <a:gd name="connsiteX1" fmla="*/ 207394 w 3646492"/>
                <a:gd name="connsiteY1" fmla="*/ 3430828 h 3430828"/>
                <a:gd name="connsiteX2" fmla="*/ 543894 w 3646492"/>
                <a:gd name="connsiteY2" fmla="*/ 3240633 h 3430828"/>
                <a:gd name="connsiteX3" fmla="*/ 1677750 w 3646492"/>
                <a:gd name="connsiteY3" fmla="*/ 3204057 h 3430828"/>
                <a:gd name="connsiteX4" fmla="*/ 1845999 w 3646492"/>
                <a:gd name="connsiteY4" fmla="*/ 3226003 h 3430828"/>
                <a:gd name="connsiteX5" fmla="*/ 2197129 w 3646492"/>
                <a:gd name="connsiteY5" fmla="*/ 3277209 h 3430828"/>
                <a:gd name="connsiteX6" fmla="*/ 2562889 w 3646492"/>
                <a:gd name="connsiteY6" fmla="*/ 3284524 h 3430828"/>
                <a:gd name="connsiteX7" fmla="*/ 3287094 w 3646492"/>
                <a:gd name="connsiteY7" fmla="*/ 3145536 h 3430828"/>
                <a:gd name="connsiteX8" fmla="*/ 3433398 w 3646492"/>
                <a:gd name="connsiteY8" fmla="*/ 2991916 h 3430828"/>
                <a:gd name="connsiteX9" fmla="*/ 3521180 w 3646492"/>
                <a:gd name="connsiteY9" fmla="*/ 2640787 h 3430828"/>
                <a:gd name="connsiteX10" fmla="*/ 3543126 w 3646492"/>
                <a:gd name="connsiteY10" fmla="*/ 1880006 h 3430828"/>
                <a:gd name="connsiteX11" fmla="*/ 3579702 w 3646492"/>
                <a:gd name="connsiteY11" fmla="*/ 1082649 h 3430828"/>
                <a:gd name="connsiteX12" fmla="*/ 3616278 w 3646492"/>
                <a:gd name="connsiteY12" fmla="*/ 870508 h 3430828"/>
                <a:gd name="connsiteX13" fmla="*/ 3638223 w 3646492"/>
                <a:gd name="connsiteY13" fmla="*/ 716889 h 3430828"/>
                <a:gd name="connsiteX14" fmla="*/ 3638223 w 3646492"/>
                <a:gd name="connsiteY14" fmla="*/ 365760 h 3430828"/>
                <a:gd name="connsiteX15" fmla="*/ 3623593 w 3646492"/>
                <a:gd name="connsiteY15" fmla="*/ 270662 h 3430828"/>
                <a:gd name="connsiteX16" fmla="*/ 3579702 w 3646492"/>
                <a:gd name="connsiteY16" fmla="*/ 109728 h 3430828"/>
                <a:gd name="connsiteX17" fmla="*/ 3528495 w 3646492"/>
                <a:gd name="connsiteY17" fmla="*/ 95097 h 3430828"/>
                <a:gd name="connsiteX18" fmla="*/ 3301724 w 3646492"/>
                <a:gd name="connsiteY18" fmla="*/ 58521 h 3430828"/>
                <a:gd name="connsiteX19" fmla="*/ 2855497 w 3646492"/>
                <a:gd name="connsiteY19" fmla="*/ 0 h 3430828"/>
                <a:gd name="connsiteX20" fmla="*/ 2123977 w 3646492"/>
                <a:gd name="connsiteY20" fmla="*/ 14630 h 3430828"/>
                <a:gd name="connsiteX21" fmla="*/ 1787478 w 3646492"/>
                <a:gd name="connsiteY21" fmla="*/ 43891 h 3430828"/>
                <a:gd name="connsiteX22" fmla="*/ 1363196 w 3646492"/>
                <a:gd name="connsiteY22" fmla="*/ 117043 h 3430828"/>
                <a:gd name="connsiteX23" fmla="*/ 1297359 w 3646492"/>
                <a:gd name="connsiteY23" fmla="*/ 124358 h 3430828"/>
                <a:gd name="connsiteX24" fmla="*/ 1121794 w 3646492"/>
                <a:gd name="connsiteY24" fmla="*/ 146304 h 3430828"/>
                <a:gd name="connsiteX25" fmla="*/ 873078 w 3646492"/>
                <a:gd name="connsiteY25" fmla="*/ 212140 h 3430828"/>
                <a:gd name="connsiteX26" fmla="*/ 712143 w 3646492"/>
                <a:gd name="connsiteY26" fmla="*/ 234086 h 3430828"/>
                <a:gd name="connsiteX27" fmla="*/ 463426 w 3646492"/>
                <a:gd name="connsiteY27" fmla="*/ 292608 h 3430828"/>
                <a:gd name="connsiteX28" fmla="*/ 382959 w 3646492"/>
                <a:gd name="connsiteY28" fmla="*/ 490118 h 3430828"/>
                <a:gd name="connsiteX29" fmla="*/ 163503 w 3646492"/>
                <a:gd name="connsiteY29" fmla="*/ 1148486 h 3430828"/>
                <a:gd name="connsiteX30" fmla="*/ 53775 w 3646492"/>
                <a:gd name="connsiteY30" fmla="*/ 1602028 h 3430828"/>
                <a:gd name="connsiteX31" fmla="*/ 2569 w 3646492"/>
                <a:gd name="connsiteY31" fmla="*/ 2026310 h 3430828"/>
                <a:gd name="connsiteX32" fmla="*/ 214710 w 3646492"/>
                <a:gd name="connsiteY32" fmla="*/ 2794406 h 3430828"/>
                <a:gd name="connsiteX33" fmla="*/ 229340 w 3646492"/>
                <a:gd name="connsiteY33" fmla="*/ 2860243 h 3430828"/>
                <a:gd name="connsiteX34" fmla="*/ 265916 w 3646492"/>
                <a:gd name="connsiteY34" fmla="*/ 2991916 h 3430828"/>
                <a:gd name="connsiteX35" fmla="*/ 273231 w 3646492"/>
                <a:gd name="connsiteY35" fmla="*/ 3050438 h 3430828"/>
                <a:gd name="connsiteX36" fmla="*/ 222025 w 3646492"/>
                <a:gd name="connsiteY36" fmla="*/ 3247948 h 3430828"/>
                <a:gd name="connsiteX37" fmla="*/ 214710 w 3646492"/>
                <a:gd name="connsiteY37" fmla="*/ 3284524 h 3430828"/>
                <a:gd name="connsiteX38" fmla="*/ 207394 w 3646492"/>
                <a:gd name="connsiteY38" fmla="*/ 3430828 h 3430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646492" h="3430828">
                  <a:moveTo>
                    <a:pt x="207394" y="3430828"/>
                  </a:moveTo>
                  <a:lnTo>
                    <a:pt x="207394" y="3430828"/>
                  </a:lnTo>
                  <a:cubicBezTo>
                    <a:pt x="319561" y="3367430"/>
                    <a:pt x="424786" y="3289765"/>
                    <a:pt x="543894" y="3240633"/>
                  </a:cubicBezTo>
                  <a:cubicBezTo>
                    <a:pt x="822662" y="3125642"/>
                    <a:pt x="1610812" y="3202951"/>
                    <a:pt x="1677750" y="3204057"/>
                  </a:cubicBezTo>
                  <a:lnTo>
                    <a:pt x="1845999" y="3226003"/>
                  </a:lnTo>
                  <a:cubicBezTo>
                    <a:pt x="1963124" y="3242500"/>
                    <a:pt x="2079240" y="3267585"/>
                    <a:pt x="2197129" y="3277209"/>
                  </a:cubicBezTo>
                  <a:cubicBezTo>
                    <a:pt x="2318669" y="3287131"/>
                    <a:pt x="2440969" y="3282086"/>
                    <a:pt x="2562889" y="3284524"/>
                  </a:cubicBezTo>
                  <a:cubicBezTo>
                    <a:pt x="2804291" y="3238195"/>
                    <a:pt x="3054097" y="3223854"/>
                    <a:pt x="3287094" y="3145536"/>
                  </a:cubicBezTo>
                  <a:cubicBezTo>
                    <a:pt x="3354122" y="3123005"/>
                    <a:pt x="3394506" y="3050974"/>
                    <a:pt x="3433398" y="2991916"/>
                  </a:cubicBezTo>
                  <a:cubicBezTo>
                    <a:pt x="3483206" y="2916281"/>
                    <a:pt x="3508151" y="2713748"/>
                    <a:pt x="3521180" y="2640787"/>
                  </a:cubicBezTo>
                  <a:cubicBezTo>
                    <a:pt x="3534144" y="2303714"/>
                    <a:pt x="3531856" y="2384352"/>
                    <a:pt x="3543126" y="1880006"/>
                  </a:cubicBezTo>
                  <a:cubicBezTo>
                    <a:pt x="3560224" y="1114859"/>
                    <a:pt x="3471090" y="1372277"/>
                    <a:pt x="3579702" y="1082649"/>
                  </a:cubicBezTo>
                  <a:cubicBezTo>
                    <a:pt x="3595003" y="899027"/>
                    <a:pt x="3573838" y="1100900"/>
                    <a:pt x="3616278" y="870508"/>
                  </a:cubicBezTo>
                  <a:cubicBezTo>
                    <a:pt x="3625649" y="819638"/>
                    <a:pt x="3630908" y="768095"/>
                    <a:pt x="3638223" y="716889"/>
                  </a:cubicBezTo>
                  <a:cubicBezTo>
                    <a:pt x="3647043" y="558125"/>
                    <a:pt x="3651256" y="552577"/>
                    <a:pt x="3638223" y="365760"/>
                  </a:cubicBezTo>
                  <a:cubicBezTo>
                    <a:pt x="3635991" y="333766"/>
                    <a:pt x="3630739" y="301928"/>
                    <a:pt x="3623593" y="270662"/>
                  </a:cubicBezTo>
                  <a:cubicBezTo>
                    <a:pt x="3611203" y="216456"/>
                    <a:pt x="3606185" y="158620"/>
                    <a:pt x="3579702" y="109728"/>
                  </a:cubicBezTo>
                  <a:cubicBezTo>
                    <a:pt x="3571247" y="94119"/>
                    <a:pt x="3545953" y="98313"/>
                    <a:pt x="3528495" y="95097"/>
                  </a:cubicBezTo>
                  <a:cubicBezTo>
                    <a:pt x="3453195" y="81226"/>
                    <a:pt x="3377583" y="68913"/>
                    <a:pt x="3301724" y="58521"/>
                  </a:cubicBezTo>
                  <a:cubicBezTo>
                    <a:pt x="2644285" y="-31539"/>
                    <a:pt x="3234442" y="59832"/>
                    <a:pt x="2855497" y="0"/>
                  </a:cubicBezTo>
                  <a:lnTo>
                    <a:pt x="2123977" y="14630"/>
                  </a:lnTo>
                  <a:cubicBezTo>
                    <a:pt x="2009818" y="17484"/>
                    <a:pt x="1900860" y="26344"/>
                    <a:pt x="1787478" y="43891"/>
                  </a:cubicBezTo>
                  <a:cubicBezTo>
                    <a:pt x="1645652" y="65840"/>
                    <a:pt x="1504814" y="93792"/>
                    <a:pt x="1363196" y="117043"/>
                  </a:cubicBezTo>
                  <a:cubicBezTo>
                    <a:pt x="1341407" y="120620"/>
                    <a:pt x="1319279" y="121701"/>
                    <a:pt x="1297359" y="124358"/>
                  </a:cubicBezTo>
                  <a:lnTo>
                    <a:pt x="1121794" y="146304"/>
                  </a:lnTo>
                  <a:cubicBezTo>
                    <a:pt x="1027626" y="173770"/>
                    <a:pt x="963065" y="198080"/>
                    <a:pt x="873078" y="212140"/>
                  </a:cubicBezTo>
                  <a:cubicBezTo>
                    <a:pt x="819586" y="220498"/>
                    <a:pt x="765269" y="223650"/>
                    <a:pt x="712143" y="234086"/>
                  </a:cubicBezTo>
                  <a:cubicBezTo>
                    <a:pt x="628570" y="250502"/>
                    <a:pt x="463426" y="292608"/>
                    <a:pt x="463426" y="292608"/>
                  </a:cubicBezTo>
                  <a:cubicBezTo>
                    <a:pt x="429666" y="393887"/>
                    <a:pt x="511668" y="149661"/>
                    <a:pt x="382959" y="490118"/>
                  </a:cubicBezTo>
                  <a:cubicBezTo>
                    <a:pt x="274544" y="776893"/>
                    <a:pt x="230833" y="884779"/>
                    <a:pt x="163503" y="1148486"/>
                  </a:cubicBezTo>
                  <a:cubicBezTo>
                    <a:pt x="125024" y="1299194"/>
                    <a:pt x="53775" y="1602028"/>
                    <a:pt x="53775" y="1602028"/>
                  </a:cubicBezTo>
                  <a:cubicBezTo>
                    <a:pt x="36706" y="1743455"/>
                    <a:pt x="-11606" y="1884563"/>
                    <a:pt x="2569" y="2026310"/>
                  </a:cubicBezTo>
                  <a:cubicBezTo>
                    <a:pt x="41006" y="2410678"/>
                    <a:pt x="125755" y="2509750"/>
                    <a:pt x="214710" y="2794406"/>
                  </a:cubicBezTo>
                  <a:cubicBezTo>
                    <a:pt x="221415" y="2815864"/>
                    <a:pt x="223698" y="2838481"/>
                    <a:pt x="229340" y="2860243"/>
                  </a:cubicBezTo>
                  <a:cubicBezTo>
                    <a:pt x="240772" y="2904338"/>
                    <a:pt x="253724" y="2948025"/>
                    <a:pt x="265916" y="2991916"/>
                  </a:cubicBezTo>
                  <a:cubicBezTo>
                    <a:pt x="268354" y="3011423"/>
                    <a:pt x="275011" y="3030860"/>
                    <a:pt x="273231" y="3050438"/>
                  </a:cubicBezTo>
                  <a:cubicBezTo>
                    <a:pt x="267098" y="3117908"/>
                    <a:pt x="239932" y="3183484"/>
                    <a:pt x="222025" y="3247948"/>
                  </a:cubicBezTo>
                  <a:cubicBezTo>
                    <a:pt x="218697" y="3259928"/>
                    <a:pt x="217148" y="3272332"/>
                    <a:pt x="214710" y="3284524"/>
                  </a:cubicBezTo>
                  <a:cubicBezTo>
                    <a:pt x="222687" y="3372277"/>
                    <a:pt x="208613" y="3406444"/>
                    <a:pt x="207394" y="3430828"/>
                  </a:cubicBezTo>
                  <a:close/>
                </a:path>
              </a:pathLst>
            </a:custGeom>
            <a:solidFill>
              <a:srgbClr val="F6F6F6"/>
            </a:solidFill>
            <a:ln>
              <a:solidFill>
                <a:srgbClr val="F6F6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06CC6A8-5B80-3064-DCC6-827CE8964DBA}"/>
              </a:ext>
            </a:extLst>
          </p:cNvPr>
          <p:cNvPicPr>
            <a:picLocks/>
          </p:cNvPicPr>
          <p:nvPr/>
        </p:nvPicPr>
        <p:blipFill>
          <a:blip r:embed="rId2"/>
          <a:srcRect l="14993" t="7040" r="48120" b="58187"/>
          <a:stretch>
            <a:fillRect/>
          </a:stretch>
        </p:blipFill>
        <p:spPr>
          <a:xfrm>
            <a:off x="4819374" y="895559"/>
            <a:ext cx="1976144" cy="1668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F83039A-E216-B7D9-E81B-BE36B63C2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00" y="838442"/>
            <a:ext cx="1412814" cy="133845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842DCFE-5393-8D54-181C-9CDEE25C1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300" y="2242317"/>
            <a:ext cx="1573924" cy="120213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5B98249-A960-574F-DE53-5E79618FF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514" y="3460088"/>
            <a:ext cx="1462386" cy="126409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D51837E-D223-65B0-1934-74EC8BE995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8651" y="2020558"/>
            <a:ext cx="1722641" cy="138802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95563BD-12F8-EDAC-A752-842F70A600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8651" y="3447388"/>
            <a:ext cx="1784607" cy="153674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D4522C7-83D2-32B1-0D17-12AD033049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8651" y="5018447"/>
            <a:ext cx="1896145" cy="158631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C64107F-FEB3-1721-AEE7-C440F38B46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3319" y="6101396"/>
            <a:ext cx="3125082" cy="38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5267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Saiven Wang</cp:lastModifiedBy>
  <cp:revision>5</cp:revision>
  <dcterms:created xsi:type="dcterms:W3CDTF">2023-08-09T12:44:00Z</dcterms:created>
  <dcterms:modified xsi:type="dcterms:W3CDTF">2026-05-21T19:06:10Z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